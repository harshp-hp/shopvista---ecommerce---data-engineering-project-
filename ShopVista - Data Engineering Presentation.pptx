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72" d="100"/>
          <a:sy n="72" d="100"/>
        </p:scale>
        <p:origin x="-158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Harsh Pimpalkar</cp:lastModifiedBy>
  <cp:revision>1</cp:revision>
  <dcterms:created xsi:type="dcterms:W3CDTF">2006-08-16T00:00:00Z</dcterms:created>
  <dcterms:modified xsi:type="dcterms:W3CDTF">2026-07-07T07:15:11Z</dcterms:modified>
</cp:coreProperties>
</file>